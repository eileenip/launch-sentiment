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a launch goes sideways: what turned sentiment, and how early was it visible?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HELLDIVERS 2 — 886,850 Steam reviews</a:t>
            </a:r>
          </a:p>
          <a:p>
            <a:pPr>
              <a:defRPr sz="1800"/>
            </a:pPr>
            <a:r>
              <a:t>2024-02-08 to 2024-11-04 (271 days)</a:t>
            </a:r>
          </a:p>
          <a:p>
            <a:pPr>
              <a:defRPr sz="1800"/>
            </a:pPr>
            <a:r>
              <a:t>Sentiment from Steam's own recommendation flag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answer: nothing led the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Both collapses were triggered by dated developer actions</a:t>
            </a:r>
          </a:p>
          <a:p>
            <a:pPr>
              <a:defRPr sz="1800"/>
            </a:pPr>
            <a:r>
              <a:t>Complaint themes and the score moved the same day</a:t>
            </a:r>
          </a:p>
          <a:p>
            <a:pPr>
              <a:defRPr sz="1800"/>
            </a:pPr>
            <a:r>
              <a:t>You cannot get early warning of an announcement from reactions to it</a:t>
            </a:r>
          </a:p>
          <a:p>
            <a:pPr>
              <a:defRPr sz="1800"/>
            </a:pPr>
            <a:r>
              <a:t>Tested at lags of +/- 14 days across nine themes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May: an announcement, not a slow burn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 May — 968 reviews, 86.7% positive</a:t>
            </a:r>
          </a:p>
          <a:p>
            <a:pPr>
              <a:defRPr sz="1800"/>
            </a:pPr>
            <a:r>
              <a:t>3 May — Sony announces PSN account linking</a:t>
            </a:r>
          </a:p>
          <a:p>
            <a:pPr>
              <a:defRPr sz="1800"/>
            </a:pPr>
            <a:r>
              <a:t>3 May — 36,055 reviews, 62.8% positive</a:t>
            </a:r>
          </a:p>
          <a:p>
            <a:pPr>
              <a:defRPr sz="1800"/>
            </a:pPr>
            <a:r>
              <a:t>Sony/PSN complaints: 21% to 57% in a day</a:t>
            </a:r>
          </a:p>
          <a:p>
            <a:pPr>
              <a:defRPr sz="1800"/>
            </a:pPr>
            <a:r>
              <a:t>6 May — Sony reverses; score recovers to 88.3%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August: the same shape, a different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5 Aug — 89.1% positive, balance complaints 0%</a:t>
            </a:r>
          </a:p>
          <a:p>
            <a:pPr>
              <a:defRPr sz="1800"/>
            </a:pPr>
            <a:r>
              <a:t>6 Aug — balance patch 1.001.002 ships</a:t>
            </a:r>
          </a:p>
          <a:p>
            <a:pPr>
              <a:defRPr sz="1800"/>
            </a:pPr>
            <a:r>
              <a:t>6 Aug — 71.2% positive, balance complaints 46%</a:t>
            </a:r>
          </a:p>
          <a:p>
            <a:pPr>
              <a:defRPr sz="1800"/>
            </a:pPr>
            <a:r>
              <a:t>Deeper trough than the PSN event, at a fiftieth of the volume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data does support: same-day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theme mix names the cause within hours</a:t>
            </a:r>
          </a:p>
          <a:p>
            <a:pPr>
              <a:defRPr sz="1800"/>
            </a:pPr>
            <a:r>
              <a:t>May: Sony/PSN up, balance complaints down</a:t>
            </a:r>
          </a:p>
          <a:p>
            <a:pPr>
              <a:defRPr sz="1800"/>
            </a:pPr>
            <a:r>
              <a:t>August: balance up, Sony/PSN flat</a:t>
            </a:r>
          </a:p>
          <a:p>
            <a:pPr>
              <a:defRPr sz="1800"/>
            </a:pPr>
            <a:r>
              <a:t>Not prediction — but it answers 'what is this about' before anyone reads a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null is trustworthy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Raw correlation showed leads in 7 of 8 themes, up to 12 days</a:t>
            </a:r>
          </a:p>
          <a:p>
            <a:pPr>
              <a:defRPr sz="1800"/>
            </a:pPr>
            <a:r>
              <a:t>Rotation test: chance alone produces most of that</a:t>
            </a:r>
          </a:p>
          <a:p>
            <a:pPr>
              <a:defRPr sz="1800"/>
            </a:pPr>
            <a:r>
              <a:t>Correcting for 8 themes leaves only Sony/PSN, at lag zero</a:t>
            </a:r>
          </a:p>
          <a:p>
            <a:pPr>
              <a:defRPr sz="1800"/>
            </a:pPr>
            <a:r>
              <a:t>Apparent leads move +3 -&gt; +12 -&gt; -8 days as thin days are excluded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didn't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First pull returned 7.6% of the corpus — silently, with no error</a:t>
            </a:r>
          </a:p>
          <a:p>
            <a:pPr>
              <a:defRPr sz="1800"/>
            </a:pPr>
            <a:r>
              <a:t>The integrity check passed it: every review collected was genuine, there were just 92% too few</a:t>
            </a:r>
          </a:p>
          <a:p>
            <a:pPr>
              <a:defRPr sz="1800"/>
            </a:pPr>
            <a:r>
              <a:t>The cache preserved the bad response, so retries changed nothing</a:t>
            </a:r>
          </a:p>
          <a:p>
            <a:pPr>
              <a:defRPr sz="1800"/>
            </a:pPr>
            <a:r>
              <a:t>First lag result showed a 12-day lead that three robustness checks dissolved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Steam reviewers self-select — this is people moved enough to write</a:t>
            </a:r>
          </a:p>
          <a:p>
            <a:pPr>
              <a:defRPr sz="1800"/>
            </a:pPr>
            <a:r>
              <a:t>The thumbs-up is binary: 19 of 200 hand-labelled reviews were genuinely mixed</a:t>
            </a:r>
          </a:p>
          <a:p>
            <a:pPr>
              <a:defRPr sz="1800"/>
            </a:pPr>
            <a:r>
              <a:t>Sentiment scorers rejected: 61.5% and 64.0% against a 72.0% majority baseline</a:t>
            </a:r>
          </a:p>
          <a:p>
            <a:pPr>
              <a:defRPr sz="1800"/>
            </a:pPr>
            <a:r>
              <a:t>Keyword themes cover 69.6%; some complaints carry no complaint words</a:t>
            </a:r>
          </a:p>
          <a:p>
            <a:pPr>
              <a:defRPr sz="1800"/>
            </a:pPr>
            <a:r>
              <a:t>English-only themes; Reddit never pulled (a scope decision, not a finding)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Recommendation: watch the change, not the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'below 72% positive' rule fires on 35 of 271 days — a quarter of the calendar</a:t>
            </a:r>
          </a:p>
          <a:p>
            <a:pPr>
              <a:defRPr sz="1800"/>
            </a:pPr>
            <a:r>
              <a:t>A 12-point single-day drop fired 3 times in 9 months, with no false alarms</a:t>
            </a:r>
          </a:p>
          <a:p>
            <a:pPr>
              <a:defRPr sz="1800"/>
            </a:pPr>
            <a:r>
              <a:t>3 May (PSN announcement), 6-7 Aug (balance patch) — both events, nothing else</a:t>
            </a:r>
          </a:p>
          <a:p>
            <a:pPr>
              <a:defRPr sz="1800"/>
            </a:pPr>
            <a:r>
              <a:t>When it trips, read the theme mix, not the reviews: the cause is named within hours</a:t>
            </a:r>
          </a:p>
          <a:p>
            <a:pPr>
              <a:defRPr sz="1800"/>
            </a:pPr>
            <a:r>
              <a:t>Do not expect warning — both events were the studio's own announcements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